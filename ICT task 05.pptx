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notesMasterIdLst>
    <p:notesMasterId r:id="rId7"/>
  </p:notesMasterIdLst>
  <p:sldIdLst>
    <p:sldId id="260" r:id="rId2"/>
    <p:sldId id="256" r:id="rId3"/>
    <p:sldId id="259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367AB9-2A32-4B85-A356-FB6FC856F38E}" v="1" dt="2026-09-30T17:50:00.8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ma Kalsoom" userId="c13be941596c8a73" providerId="LiveId" clId="{3D4F2A9A-C50B-4DB1-87A5-BFD6FF5040E3}"/>
    <pc:docChg chg="undo custSel addSld delSld modSld sldOrd modMainMaster">
      <pc:chgData name="Saima Kalsoom" userId="c13be941596c8a73" providerId="LiveId" clId="{3D4F2A9A-C50B-4DB1-87A5-BFD6FF5040E3}" dt="2026-09-30T17:50:00.824" v="163" actId="931"/>
      <pc:docMkLst>
        <pc:docMk/>
      </pc:docMkLst>
      <pc:sldChg chg="addSp delSp modSp new mod ord">
        <pc:chgData name="Saima Kalsoom" userId="c13be941596c8a73" providerId="LiveId" clId="{3D4F2A9A-C50B-4DB1-87A5-BFD6FF5040E3}" dt="2026-09-30T17:50:00.824" v="163" actId="931"/>
        <pc:sldMkLst>
          <pc:docMk/>
          <pc:sldMk cId="3063994238" sldId="260"/>
        </pc:sldMkLst>
        <pc:spChg chg="mod">
          <ac:chgData name="Saima Kalsoom" userId="c13be941596c8a73" providerId="LiveId" clId="{3D4F2A9A-C50B-4DB1-87A5-BFD6FF5040E3}" dt="2026-09-30T17:47:05.544" v="157" actId="20577"/>
          <ac:spMkLst>
            <pc:docMk/>
            <pc:sldMk cId="3063994238" sldId="260"/>
            <ac:spMk id="2" creationId="{E8B98A55-6FF3-6094-45F7-0AF98B494D29}"/>
          </ac:spMkLst>
        </pc:spChg>
        <pc:spChg chg="mod">
          <ac:chgData name="Saima Kalsoom" userId="c13be941596c8a73" providerId="LiveId" clId="{3D4F2A9A-C50B-4DB1-87A5-BFD6FF5040E3}" dt="2026-09-30T17:49:39.808" v="162" actId="20577"/>
          <ac:spMkLst>
            <pc:docMk/>
            <pc:sldMk cId="3063994238" sldId="260"/>
            <ac:spMk id="3" creationId="{0BD5F23F-E9BD-C12C-14A3-4172EDC587C0}"/>
          </ac:spMkLst>
        </pc:spChg>
        <pc:spChg chg="del">
          <ac:chgData name="Saima Kalsoom" userId="c13be941596c8a73" providerId="LiveId" clId="{3D4F2A9A-C50B-4DB1-87A5-BFD6FF5040E3}" dt="2026-09-30T17:50:00.824" v="163" actId="931"/>
          <ac:spMkLst>
            <pc:docMk/>
            <pc:sldMk cId="3063994238" sldId="260"/>
            <ac:spMk id="4" creationId="{16B6340B-90D4-AA4C-DCD3-91E67F53AE30}"/>
          </ac:spMkLst>
        </pc:spChg>
        <pc:picChg chg="add mod">
          <ac:chgData name="Saima Kalsoom" userId="c13be941596c8a73" providerId="LiveId" clId="{3D4F2A9A-C50B-4DB1-87A5-BFD6FF5040E3}" dt="2026-09-30T17:50:00.824" v="163" actId="931"/>
          <ac:picMkLst>
            <pc:docMk/>
            <pc:sldMk cId="3063994238" sldId="260"/>
            <ac:picMk id="6" creationId="{54DFEAD6-1149-AF85-B7C7-92F70D086B05}"/>
          </ac:picMkLst>
        </pc:picChg>
      </pc:sldChg>
      <pc:sldChg chg="new del">
        <pc:chgData name="Saima Kalsoom" userId="c13be941596c8a73" providerId="LiveId" clId="{3D4F2A9A-C50B-4DB1-87A5-BFD6FF5040E3}" dt="2026-09-30T17:43:21.560" v="118" actId="680"/>
        <pc:sldMkLst>
          <pc:docMk/>
          <pc:sldMk cId="4017608700" sldId="26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B2544E-D5B5-44FB-BD87-2F743875323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EC537A-E45A-4AEA-8188-2D7778FE8F5E}">
      <dgm:prSet phldrT="[Text]" phldr="0"/>
      <dgm:spPr/>
      <dgm:t>
        <a:bodyPr/>
        <a:lstStyle/>
        <a:p>
          <a:r>
            <a:rPr lang="en-US" dirty="0"/>
            <a:t>Import &amp; Arrange Clips</a:t>
          </a:r>
        </a:p>
      </dgm:t>
    </dgm:pt>
    <dgm:pt modelId="{86278A29-482F-4961-A356-BE7531A89208}" type="parTrans" cxnId="{820C74F9-CAC1-4720-8375-D2B9E5416AAB}">
      <dgm:prSet/>
      <dgm:spPr/>
      <dgm:t>
        <a:bodyPr/>
        <a:lstStyle/>
        <a:p>
          <a:endParaRPr lang="en-US"/>
        </a:p>
      </dgm:t>
    </dgm:pt>
    <dgm:pt modelId="{5A140BDA-80C6-4142-AF9D-1DE074C1F51C}" type="sibTrans" cxnId="{820C74F9-CAC1-4720-8375-D2B9E5416AAB}">
      <dgm:prSet/>
      <dgm:spPr/>
      <dgm:t>
        <a:bodyPr/>
        <a:lstStyle/>
        <a:p>
          <a:endParaRPr lang="en-US"/>
        </a:p>
      </dgm:t>
    </dgm:pt>
    <dgm:pt modelId="{18A1D8A6-0DA9-49DE-A9FC-524F9453FFF2}">
      <dgm:prSet phldrT="[Text]" phldr="0"/>
      <dgm:spPr/>
      <dgm:t>
        <a:bodyPr/>
        <a:lstStyle/>
        <a:p>
          <a:r>
            <a:rPr lang="en-US" dirty="0"/>
            <a:t>Sound Editing</a:t>
          </a:r>
        </a:p>
      </dgm:t>
    </dgm:pt>
    <dgm:pt modelId="{D15637D8-FE52-46EF-A46A-D3473913ACB1}" type="parTrans" cxnId="{CB81D595-0F65-4FB4-B7EE-7F82183600F6}">
      <dgm:prSet/>
      <dgm:spPr/>
      <dgm:t>
        <a:bodyPr/>
        <a:lstStyle/>
        <a:p>
          <a:endParaRPr lang="en-US"/>
        </a:p>
      </dgm:t>
    </dgm:pt>
    <dgm:pt modelId="{25CFBC35-D06D-43E5-9876-3444A6CE937A}" type="sibTrans" cxnId="{CB81D595-0F65-4FB4-B7EE-7F82183600F6}">
      <dgm:prSet/>
      <dgm:spPr/>
      <dgm:t>
        <a:bodyPr/>
        <a:lstStyle/>
        <a:p>
          <a:endParaRPr lang="en-US"/>
        </a:p>
      </dgm:t>
    </dgm:pt>
    <dgm:pt modelId="{9ECA6B11-E507-4CFB-AA28-28C09FAB66F6}">
      <dgm:prSet phldrT="[Text]" phldr="0"/>
      <dgm:spPr/>
      <dgm:t>
        <a:bodyPr/>
        <a:lstStyle/>
        <a:p>
          <a:r>
            <a:rPr lang="en-US" dirty="0"/>
            <a:t>Final Export Video</a:t>
          </a:r>
        </a:p>
      </dgm:t>
    </dgm:pt>
    <dgm:pt modelId="{611DBB7E-6CB2-4BF0-AC67-89F299B2FFC6}" type="parTrans" cxnId="{CB1BB2FA-B143-4F6E-92AA-455880433536}">
      <dgm:prSet/>
      <dgm:spPr/>
      <dgm:t>
        <a:bodyPr/>
        <a:lstStyle/>
        <a:p>
          <a:endParaRPr lang="en-US"/>
        </a:p>
      </dgm:t>
    </dgm:pt>
    <dgm:pt modelId="{E6605EED-CF26-4596-8047-1B95C1A81C94}" type="sibTrans" cxnId="{CB1BB2FA-B143-4F6E-92AA-455880433536}">
      <dgm:prSet/>
      <dgm:spPr/>
      <dgm:t>
        <a:bodyPr/>
        <a:lstStyle/>
        <a:p>
          <a:endParaRPr lang="en-US"/>
        </a:p>
      </dgm:t>
    </dgm:pt>
    <dgm:pt modelId="{B36C0258-AF5D-46AA-8DEB-99EB50610272}">
      <dgm:prSet phldrT="[Text]" phldr="0"/>
      <dgm:spPr/>
      <dgm:t>
        <a:bodyPr/>
        <a:lstStyle/>
        <a:p>
          <a:r>
            <a:rPr lang="en-US" dirty="0"/>
            <a:t>Add Transition &amp; Effects</a:t>
          </a:r>
        </a:p>
      </dgm:t>
    </dgm:pt>
    <dgm:pt modelId="{4ECADB05-C402-4621-9B5B-E7A275B62A43}" type="parTrans" cxnId="{51809FF1-C5ED-4C66-9131-535C24747ECF}">
      <dgm:prSet/>
      <dgm:spPr/>
      <dgm:t>
        <a:bodyPr/>
        <a:lstStyle/>
        <a:p>
          <a:endParaRPr lang="en-US"/>
        </a:p>
      </dgm:t>
    </dgm:pt>
    <dgm:pt modelId="{5F90C348-868D-4563-9D63-ADACABD32249}" type="sibTrans" cxnId="{51809FF1-C5ED-4C66-9131-535C24747ECF}">
      <dgm:prSet/>
      <dgm:spPr/>
      <dgm:t>
        <a:bodyPr/>
        <a:lstStyle/>
        <a:p>
          <a:endParaRPr lang="en-US"/>
        </a:p>
      </dgm:t>
    </dgm:pt>
    <dgm:pt modelId="{8A50E147-CB3E-422D-9CA5-E6821EB9F6E9}">
      <dgm:prSet phldrT="[Text]"/>
      <dgm:spPr/>
      <dgm:t>
        <a:bodyPr/>
        <a:lstStyle/>
        <a:p>
          <a:r>
            <a:rPr lang="en-US" dirty="0"/>
            <a:t>Steps Of Video Editing</a:t>
          </a:r>
        </a:p>
      </dgm:t>
    </dgm:pt>
    <dgm:pt modelId="{21EF2371-035D-4084-BE13-49B62F1786E6}" type="parTrans" cxnId="{437A546D-C211-4AAD-BC6E-C0F78BE8D6EA}">
      <dgm:prSet/>
      <dgm:spPr/>
      <dgm:t>
        <a:bodyPr/>
        <a:lstStyle/>
        <a:p>
          <a:endParaRPr lang="en-US"/>
        </a:p>
      </dgm:t>
    </dgm:pt>
    <dgm:pt modelId="{9BA9CCB0-C787-4986-86B4-8ACC89F5D6DF}" type="sibTrans" cxnId="{437A546D-C211-4AAD-BC6E-C0F78BE8D6EA}">
      <dgm:prSet/>
      <dgm:spPr/>
      <dgm:t>
        <a:bodyPr/>
        <a:lstStyle/>
        <a:p>
          <a:endParaRPr lang="en-US"/>
        </a:p>
      </dgm:t>
    </dgm:pt>
    <dgm:pt modelId="{ED7D5ECE-B614-4463-B3CF-D2A0FBFAE883}" type="pres">
      <dgm:prSet presAssocID="{F9B2544E-D5B5-44FB-BD87-2F7438753232}" presName="Name0" presStyleCnt="0">
        <dgm:presLayoutVars>
          <dgm:dir/>
          <dgm:resizeHandles val="exact"/>
        </dgm:presLayoutVars>
      </dgm:prSet>
      <dgm:spPr/>
    </dgm:pt>
    <dgm:pt modelId="{B8F89FB1-8B1B-4BD8-95EF-0613530B5E83}" type="pres">
      <dgm:prSet presAssocID="{8A50E147-CB3E-422D-9CA5-E6821EB9F6E9}" presName="node" presStyleLbl="node1" presStyleIdx="0" presStyleCnt="5">
        <dgm:presLayoutVars>
          <dgm:bulletEnabled val="1"/>
        </dgm:presLayoutVars>
      </dgm:prSet>
      <dgm:spPr/>
    </dgm:pt>
    <dgm:pt modelId="{5B5C5F6B-01AA-408D-A873-B6CA81856F78}" type="pres">
      <dgm:prSet presAssocID="{9BA9CCB0-C787-4986-86B4-8ACC89F5D6DF}" presName="sibTrans" presStyleLbl="sibTrans2D1" presStyleIdx="0" presStyleCnt="4"/>
      <dgm:spPr/>
    </dgm:pt>
    <dgm:pt modelId="{25F1C64F-0A70-47CA-8ED3-F4E87EDE19CB}" type="pres">
      <dgm:prSet presAssocID="{9BA9CCB0-C787-4986-86B4-8ACC89F5D6DF}" presName="connectorText" presStyleLbl="sibTrans2D1" presStyleIdx="0" presStyleCnt="4"/>
      <dgm:spPr/>
    </dgm:pt>
    <dgm:pt modelId="{97E6CD45-2E9C-4199-B571-87C6C95B3C1D}" type="pres">
      <dgm:prSet presAssocID="{03EC537A-E45A-4AEA-8188-2D7778FE8F5E}" presName="node" presStyleLbl="node1" presStyleIdx="1" presStyleCnt="5">
        <dgm:presLayoutVars>
          <dgm:bulletEnabled val="1"/>
        </dgm:presLayoutVars>
      </dgm:prSet>
      <dgm:spPr/>
    </dgm:pt>
    <dgm:pt modelId="{385FF855-FC51-406E-BC9B-3A95884F6E33}" type="pres">
      <dgm:prSet presAssocID="{5A140BDA-80C6-4142-AF9D-1DE074C1F51C}" presName="sibTrans" presStyleLbl="sibTrans2D1" presStyleIdx="1" presStyleCnt="4"/>
      <dgm:spPr/>
    </dgm:pt>
    <dgm:pt modelId="{1817F4FA-424A-4319-9802-097D7B5C7D99}" type="pres">
      <dgm:prSet presAssocID="{5A140BDA-80C6-4142-AF9D-1DE074C1F51C}" presName="connectorText" presStyleLbl="sibTrans2D1" presStyleIdx="1" presStyleCnt="4"/>
      <dgm:spPr/>
    </dgm:pt>
    <dgm:pt modelId="{873A1C7B-072F-4F73-BB65-51DF6C5A6C99}" type="pres">
      <dgm:prSet presAssocID="{B36C0258-AF5D-46AA-8DEB-99EB50610272}" presName="node" presStyleLbl="node1" presStyleIdx="2" presStyleCnt="5">
        <dgm:presLayoutVars>
          <dgm:bulletEnabled val="1"/>
        </dgm:presLayoutVars>
      </dgm:prSet>
      <dgm:spPr/>
    </dgm:pt>
    <dgm:pt modelId="{E15A16F3-B9C3-40D4-AF21-B6BE1D5F228F}" type="pres">
      <dgm:prSet presAssocID="{5F90C348-868D-4563-9D63-ADACABD32249}" presName="sibTrans" presStyleLbl="sibTrans2D1" presStyleIdx="2" presStyleCnt="4"/>
      <dgm:spPr/>
    </dgm:pt>
    <dgm:pt modelId="{D8E313C8-7314-4768-B9FB-73E79B2D1975}" type="pres">
      <dgm:prSet presAssocID="{5F90C348-868D-4563-9D63-ADACABD32249}" presName="connectorText" presStyleLbl="sibTrans2D1" presStyleIdx="2" presStyleCnt="4"/>
      <dgm:spPr/>
    </dgm:pt>
    <dgm:pt modelId="{E3D88466-BCFE-4B0B-9808-E1734DCCD8CF}" type="pres">
      <dgm:prSet presAssocID="{18A1D8A6-0DA9-49DE-A9FC-524F9453FFF2}" presName="node" presStyleLbl="node1" presStyleIdx="3" presStyleCnt="5">
        <dgm:presLayoutVars>
          <dgm:bulletEnabled val="1"/>
        </dgm:presLayoutVars>
      </dgm:prSet>
      <dgm:spPr/>
    </dgm:pt>
    <dgm:pt modelId="{6E68CDDF-5EA7-4885-95A2-944E4FD0F7C9}" type="pres">
      <dgm:prSet presAssocID="{25CFBC35-D06D-43E5-9876-3444A6CE937A}" presName="sibTrans" presStyleLbl="sibTrans2D1" presStyleIdx="3" presStyleCnt="4"/>
      <dgm:spPr/>
    </dgm:pt>
    <dgm:pt modelId="{5F5CF9BC-54D2-4C07-97B0-F83516699243}" type="pres">
      <dgm:prSet presAssocID="{25CFBC35-D06D-43E5-9876-3444A6CE937A}" presName="connectorText" presStyleLbl="sibTrans2D1" presStyleIdx="3" presStyleCnt="4"/>
      <dgm:spPr/>
    </dgm:pt>
    <dgm:pt modelId="{94E59411-8B89-4316-B4E1-B73924EDCC9B}" type="pres">
      <dgm:prSet presAssocID="{9ECA6B11-E507-4CFB-AA28-28C09FAB66F6}" presName="node" presStyleLbl="node1" presStyleIdx="4" presStyleCnt="5" custLinFactX="143197" custLinFactNeighborX="200000" custLinFactNeighborY="8237">
        <dgm:presLayoutVars>
          <dgm:bulletEnabled val="1"/>
        </dgm:presLayoutVars>
      </dgm:prSet>
      <dgm:spPr/>
    </dgm:pt>
  </dgm:ptLst>
  <dgm:cxnLst>
    <dgm:cxn modelId="{8837B60C-1914-4853-93D2-18816172E69C}" type="presOf" srcId="{25CFBC35-D06D-43E5-9876-3444A6CE937A}" destId="{6E68CDDF-5EA7-4885-95A2-944E4FD0F7C9}" srcOrd="0" destOrd="0" presId="urn:microsoft.com/office/officeart/2005/8/layout/process1"/>
    <dgm:cxn modelId="{9DDAC718-FEEB-4710-9F15-0ED96CC764A1}" type="presOf" srcId="{9ECA6B11-E507-4CFB-AA28-28C09FAB66F6}" destId="{94E59411-8B89-4316-B4E1-B73924EDCC9B}" srcOrd="0" destOrd="0" presId="urn:microsoft.com/office/officeart/2005/8/layout/process1"/>
    <dgm:cxn modelId="{A42B6644-B531-4450-A697-E48817F6A72D}" type="presOf" srcId="{F9B2544E-D5B5-44FB-BD87-2F7438753232}" destId="{ED7D5ECE-B614-4463-B3CF-D2A0FBFAE883}" srcOrd="0" destOrd="0" presId="urn:microsoft.com/office/officeart/2005/8/layout/process1"/>
    <dgm:cxn modelId="{437A546D-C211-4AAD-BC6E-C0F78BE8D6EA}" srcId="{F9B2544E-D5B5-44FB-BD87-2F7438753232}" destId="{8A50E147-CB3E-422D-9CA5-E6821EB9F6E9}" srcOrd="0" destOrd="0" parTransId="{21EF2371-035D-4084-BE13-49B62F1786E6}" sibTransId="{9BA9CCB0-C787-4986-86B4-8ACC89F5D6DF}"/>
    <dgm:cxn modelId="{64F88050-038E-4CF5-8B61-C2D61B351C4A}" type="presOf" srcId="{25CFBC35-D06D-43E5-9876-3444A6CE937A}" destId="{5F5CF9BC-54D2-4C07-97B0-F83516699243}" srcOrd="1" destOrd="0" presId="urn:microsoft.com/office/officeart/2005/8/layout/process1"/>
    <dgm:cxn modelId="{F8EB0355-70A1-4CD9-BF30-1D452EC6D6D0}" type="presOf" srcId="{9BA9CCB0-C787-4986-86B4-8ACC89F5D6DF}" destId="{25F1C64F-0A70-47CA-8ED3-F4E87EDE19CB}" srcOrd="1" destOrd="0" presId="urn:microsoft.com/office/officeart/2005/8/layout/process1"/>
    <dgm:cxn modelId="{DD6BAD7B-DDE6-4C92-9EE1-B58AFEA32FA5}" type="presOf" srcId="{8A50E147-CB3E-422D-9CA5-E6821EB9F6E9}" destId="{B8F89FB1-8B1B-4BD8-95EF-0613530B5E83}" srcOrd="0" destOrd="0" presId="urn:microsoft.com/office/officeart/2005/8/layout/process1"/>
    <dgm:cxn modelId="{CB81D595-0F65-4FB4-B7EE-7F82183600F6}" srcId="{F9B2544E-D5B5-44FB-BD87-2F7438753232}" destId="{18A1D8A6-0DA9-49DE-A9FC-524F9453FFF2}" srcOrd="3" destOrd="0" parTransId="{D15637D8-FE52-46EF-A46A-D3473913ACB1}" sibTransId="{25CFBC35-D06D-43E5-9876-3444A6CE937A}"/>
    <dgm:cxn modelId="{1D158F97-D59E-4872-AA4D-058230AA04B3}" type="presOf" srcId="{18A1D8A6-0DA9-49DE-A9FC-524F9453FFF2}" destId="{E3D88466-BCFE-4B0B-9808-E1734DCCD8CF}" srcOrd="0" destOrd="0" presId="urn:microsoft.com/office/officeart/2005/8/layout/process1"/>
    <dgm:cxn modelId="{4521DB9F-EFDE-4C06-8E5F-1AB6D2DE79F5}" type="presOf" srcId="{03EC537A-E45A-4AEA-8188-2D7778FE8F5E}" destId="{97E6CD45-2E9C-4199-B571-87C6C95B3C1D}" srcOrd="0" destOrd="0" presId="urn:microsoft.com/office/officeart/2005/8/layout/process1"/>
    <dgm:cxn modelId="{F2083BCF-2A95-4D92-B7EA-642753CE8898}" type="presOf" srcId="{5A140BDA-80C6-4142-AF9D-1DE074C1F51C}" destId="{385FF855-FC51-406E-BC9B-3A95884F6E33}" srcOrd="0" destOrd="0" presId="urn:microsoft.com/office/officeart/2005/8/layout/process1"/>
    <dgm:cxn modelId="{36D82CD9-D07A-4881-8259-380115376DCD}" type="presOf" srcId="{9BA9CCB0-C787-4986-86B4-8ACC89F5D6DF}" destId="{5B5C5F6B-01AA-408D-A873-B6CA81856F78}" srcOrd="0" destOrd="0" presId="urn:microsoft.com/office/officeart/2005/8/layout/process1"/>
    <dgm:cxn modelId="{4C7754DA-5E99-440D-91BC-C506956AA9A5}" type="presOf" srcId="{5A140BDA-80C6-4142-AF9D-1DE074C1F51C}" destId="{1817F4FA-424A-4319-9802-097D7B5C7D99}" srcOrd="1" destOrd="0" presId="urn:microsoft.com/office/officeart/2005/8/layout/process1"/>
    <dgm:cxn modelId="{47154ADB-1902-40BA-851B-018D138C64A5}" type="presOf" srcId="{5F90C348-868D-4563-9D63-ADACABD32249}" destId="{D8E313C8-7314-4768-B9FB-73E79B2D1975}" srcOrd="1" destOrd="0" presId="urn:microsoft.com/office/officeart/2005/8/layout/process1"/>
    <dgm:cxn modelId="{51809FF1-C5ED-4C66-9131-535C24747ECF}" srcId="{F9B2544E-D5B5-44FB-BD87-2F7438753232}" destId="{B36C0258-AF5D-46AA-8DEB-99EB50610272}" srcOrd="2" destOrd="0" parTransId="{4ECADB05-C402-4621-9B5B-E7A275B62A43}" sibTransId="{5F90C348-868D-4563-9D63-ADACABD32249}"/>
    <dgm:cxn modelId="{77AC56F4-2FCF-49B4-872A-A4A8D3A9A8C1}" type="presOf" srcId="{5F90C348-868D-4563-9D63-ADACABD32249}" destId="{E15A16F3-B9C3-40D4-AF21-B6BE1D5F228F}" srcOrd="0" destOrd="0" presId="urn:microsoft.com/office/officeart/2005/8/layout/process1"/>
    <dgm:cxn modelId="{3D08C5F4-6130-4B63-893A-2FAAF9515D4C}" type="presOf" srcId="{B36C0258-AF5D-46AA-8DEB-99EB50610272}" destId="{873A1C7B-072F-4F73-BB65-51DF6C5A6C99}" srcOrd="0" destOrd="0" presId="urn:microsoft.com/office/officeart/2005/8/layout/process1"/>
    <dgm:cxn modelId="{820C74F9-CAC1-4720-8375-D2B9E5416AAB}" srcId="{F9B2544E-D5B5-44FB-BD87-2F7438753232}" destId="{03EC537A-E45A-4AEA-8188-2D7778FE8F5E}" srcOrd="1" destOrd="0" parTransId="{86278A29-482F-4961-A356-BE7531A89208}" sibTransId="{5A140BDA-80C6-4142-AF9D-1DE074C1F51C}"/>
    <dgm:cxn modelId="{CB1BB2FA-B143-4F6E-92AA-455880433536}" srcId="{F9B2544E-D5B5-44FB-BD87-2F7438753232}" destId="{9ECA6B11-E507-4CFB-AA28-28C09FAB66F6}" srcOrd="4" destOrd="0" parTransId="{611DBB7E-6CB2-4BF0-AC67-89F299B2FFC6}" sibTransId="{E6605EED-CF26-4596-8047-1B95C1A81C94}"/>
    <dgm:cxn modelId="{58DF7377-0D65-48A4-87CB-B9A1DC3BEB14}" type="presParOf" srcId="{ED7D5ECE-B614-4463-B3CF-D2A0FBFAE883}" destId="{B8F89FB1-8B1B-4BD8-95EF-0613530B5E83}" srcOrd="0" destOrd="0" presId="urn:microsoft.com/office/officeart/2005/8/layout/process1"/>
    <dgm:cxn modelId="{A6564C4A-63A3-4995-A58D-CC74B7691FB8}" type="presParOf" srcId="{ED7D5ECE-B614-4463-B3CF-D2A0FBFAE883}" destId="{5B5C5F6B-01AA-408D-A873-B6CA81856F78}" srcOrd="1" destOrd="0" presId="urn:microsoft.com/office/officeart/2005/8/layout/process1"/>
    <dgm:cxn modelId="{6735CB7F-384F-4FBB-97A2-B4216125A310}" type="presParOf" srcId="{5B5C5F6B-01AA-408D-A873-B6CA81856F78}" destId="{25F1C64F-0A70-47CA-8ED3-F4E87EDE19CB}" srcOrd="0" destOrd="0" presId="urn:microsoft.com/office/officeart/2005/8/layout/process1"/>
    <dgm:cxn modelId="{C79C1F8B-8332-4C30-B3FB-3730759B7D96}" type="presParOf" srcId="{ED7D5ECE-B614-4463-B3CF-D2A0FBFAE883}" destId="{97E6CD45-2E9C-4199-B571-87C6C95B3C1D}" srcOrd="2" destOrd="0" presId="urn:microsoft.com/office/officeart/2005/8/layout/process1"/>
    <dgm:cxn modelId="{8EA13397-1FEA-48F7-B2FB-29C23BD2FA5F}" type="presParOf" srcId="{ED7D5ECE-B614-4463-B3CF-D2A0FBFAE883}" destId="{385FF855-FC51-406E-BC9B-3A95884F6E33}" srcOrd="3" destOrd="0" presId="urn:microsoft.com/office/officeart/2005/8/layout/process1"/>
    <dgm:cxn modelId="{0B890FD3-C8B1-4E33-8A82-521B7E87E94C}" type="presParOf" srcId="{385FF855-FC51-406E-BC9B-3A95884F6E33}" destId="{1817F4FA-424A-4319-9802-097D7B5C7D99}" srcOrd="0" destOrd="0" presId="urn:microsoft.com/office/officeart/2005/8/layout/process1"/>
    <dgm:cxn modelId="{94ADD57A-E989-4817-BB3B-AA9498CB7F2A}" type="presParOf" srcId="{ED7D5ECE-B614-4463-B3CF-D2A0FBFAE883}" destId="{873A1C7B-072F-4F73-BB65-51DF6C5A6C99}" srcOrd="4" destOrd="0" presId="urn:microsoft.com/office/officeart/2005/8/layout/process1"/>
    <dgm:cxn modelId="{EBC7F428-E582-4355-8E39-DA8B5C5043A6}" type="presParOf" srcId="{ED7D5ECE-B614-4463-B3CF-D2A0FBFAE883}" destId="{E15A16F3-B9C3-40D4-AF21-B6BE1D5F228F}" srcOrd="5" destOrd="0" presId="urn:microsoft.com/office/officeart/2005/8/layout/process1"/>
    <dgm:cxn modelId="{295961D1-9EC4-4654-A74F-686C362D6629}" type="presParOf" srcId="{E15A16F3-B9C3-40D4-AF21-B6BE1D5F228F}" destId="{D8E313C8-7314-4768-B9FB-73E79B2D1975}" srcOrd="0" destOrd="0" presId="urn:microsoft.com/office/officeart/2005/8/layout/process1"/>
    <dgm:cxn modelId="{A2A0087A-8F15-4FED-A62D-BA952FAF87AE}" type="presParOf" srcId="{ED7D5ECE-B614-4463-B3CF-D2A0FBFAE883}" destId="{E3D88466-BCFE-4B0B-9808-E1734DCCD8CF}" srcOrd="6" destOrd="0" presId="urn:microsoft.com/office/officeart/2005/8/layout/process1"/>
    <dgm:cxn modelId="{8AC72CCF-0FE3-46D0-BF15-853D73DB3876}" type="presParOf" srcId="{ED7D5ECE-B614-4463-B3CF-D2A0FBFAE883}" destId="{6E68CDDF-5EA7-4885-95A2-944E4FD0F7C9}" srcOrd="7" destOrd="0" presId="urn:microsoft.com/office/officeart/2005/8/layout/process1"/>
    <dgm:cxn modelId="{E4C6FB2D-714F-4AA8-BACE-FC1A141F5634}" type="presParOf" srcId="{6E68CDDF-5EA7-4885-95A2-944E4FD0F7C9}" destId="{5F5CF9BC-54D2-4C07-97B0-F83516699243}" srcOrd="0" destOrd="0" presId="urn:microsoft.com/office/officeart/2005/8/layout/process1"/>
    <dgm:cxn modelId="{C03944F4-585A-403F-949D-375F19DA0E0A}" type="presParOf" srcId="{ED7D5ECE-B614-4463-B3CF-D2A0FBFAE883}" destId="{94E59411-8B89-4316-B4E1-B73924EDCC9B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70AA50-7CD7-4EF3-A677-D4D3DF4F512C}" type="doc">
      <dgm:prSet loTypeId="urn:microsoft.com/office/officeart/2005/8/layout/matrix3" loCatId="matrix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54F8D96-CC70-42B2-A5E4-2E7C8640D7DF}">
      <dgm:prSet phldrT="[Text]" phldr="0"/>
      <dgm:spPr/>
      <dgm:t>
        <a:bodyPr/>
        <a:lstStyle/>
        <a:p>
          <a:r>
            <a:rPr lang="en-US" dirty="0"/>
            <a:t>Prepare the Soil</a:t>
          </a:r>
        </a:p>
      </dgm:t>
    </dgm:pt>
    <dgm:pt modelId="{26FF8EA1-10B8-4235-A2E3-AC548C66D0E4}" type="parTrans" cxnId="{5A506E2F-4904-4AD8-959E-E277C4CBADC0}">
      <dgm:prSet/>
      <dgm:spPr/>
      <dgm:t>
        <a:bodyPr/>
        <a:lstStyle/>
        <a:p>
          <a:endParaRPr lang="en-US"/>
        </a:p>
      </dgm:t>
    </dgm:pt>
    <dgm:pt modelId="{DB52FBBA-8462-4640-A855-0352B4546743}" type="sibTrans" cxnId="{5A506E2F-4904-4AD8-959E-E277C4CBADC0}">
      <dgm:prSet/>
      <dgm:spPr/>
      <dgm:t>
        <a:bodyPr/>
        <a:lstStyle/>
        <a:p>
          <a:endParaRPr lang="en-US"/>
        </a:p>
      </dgm:t>
    </dgm:pt>
    <dgm:pt modelId="{9BD700A7-CEB0-464F-AC8E-D716A86B0649}">
      <dgm:prSet phldrT="[Text]" phldr="0"/>
      <dgm:spPr/>
      <dgm:t>
        <a:bodyPr/>
        <a:lstStyle/>
        <a:p>
          <a:r>
            <a:rPr lang="en-US" dirty="0"/>
            <a:t>Plant  Seed or Saplings</a:t>
          </a:r>
        </a:p>
      </dgm:t>
    </dgm:pt>
    <dgm:pt modelId="{573047E2-15A5-4B6D-AD3D-17AA1AD5A738}" type="parTrans" cxnId="{20AABB14-C9FF-4A74-99D0-B14F4FB0A617}">
      <dgm:prSet/>
      <dgm:spPr/>
      <dgm:t>
        <a:bodyPr/>
        <a:lstStyle/>
        <a:p>
          <a:endParaRPr lang="en-US"/>
        </a:p>
      </dgm:t>
    </dgm:pt>
    <dgm:pt modelId="{E16854C5-1793-4126-B6A8-272E7F9F90D5}" type="sibTrans" cxnId="{20AABB14-C9FF-4A74-99D0-B14F4FB0A617}">
      <dgm:prSet/>
      <dgm:spPr/>
      <dgm:t>
        <a:bodyPr/>
        <a:lstStyle/>
        <a:p>
          <a:endParaRPr lang="en-US"/>
        </a:p>
      </dgm:t>
    </dgm:pt>
    <dgm:pt modelId="{1CB3C38B-8265-42A9-85E1-16485020D539}">
      <dgm:prSet phldrT="[Text]" phldr="0"/>
      <dgm:spPr/>
      <dgm:t>
        <a:bodyPr/>
        <a:lstStyle/>
        <a:p>
          <a:r>
            <a:rPr lang="en-US" dirty="0"/>
            <a:t>Water &amp; Nurture</a:t>
          </a:r>
        </a:p>
      </dgm:t>
    </dgm:pt>
    <dgm:pt modelId="{28B0E534-F891-46E1-BEF4-CDD00A41DE09}" type="parTrans" cxnId="{E65097DA-C516-4FFE-BB99-ED68D364779D}">
      <dgm:prSet/>
      <dgm:spPr/>
      <dgm:t>
        <a:bodyPr/>
        <a:lstStyle/>
        <a:p>
          <a:endParaRPr lang="en-US"/>
        </a:p>
      </dgm:t>
    </dgm:pt>
    <dgm:pt modelId="{5C71423E-2CF7-44FA-9BC8-411307B4863D}" type="sibTrans" cxnId="{E65097DA-C516-4FFE-BB99-ED68D364779D}">
      <dgm:prSet/>
      <dgm:spPr/>
      <dgm:t>
        <a:bodyPr/>
        <a:lstStyle/>
        <a:p>
          <a:endParaRPr lang="en-US"/>
        </a:p>
      </dgm:t>
    </dgm:pt>
    <dgm:pt modelId="{1B35E48F-AB56-4C16-AAE2-F86C3018AA00}">
      <dgm:prSet phldrT="[Text]" phldr="0"/>
      <dgm:spPr/>
      <dgm:t>
        <a:bodyPr/>
        <a:lstStyle/>
        <a:p>
          <a:r>
            <a:rPr lang="en-US" dirty="0"/>
            <a:t>Monitor Growth</a:t>
          </a:r>
        </a:p>
      </dgm:t>
    </dgm:pt>
    <dgm:pt modelId="{EADF10F9-DE53-41D0-B22D-7E0D19FD261D}" type="parTrans" cxnId="{CFCDCEBE-9AB0-4FA0-8768-29162FA6B3DF}">
      <dgm:prSet/>
      <dgm:spPr/>
      <dgm:t>
        <a:bodyPr/>
        <a:lstStyle/>
        <a:p>
          <a:endParaRPr lang="en-US"/>
        </a:p>
      </dgm:t>
    </dgm:pt>
    <dgm:pt modelId="{BF71A270-627A-45E7-8469-B15EA23DBA79}" type="sibTrans" cxnId="{CFCDCEBE-9AB0-4FA0-8768-29162FA6B3DF}">
      <dgm:prSet/>
      <dgm:spPr/>
      <dgm:t>
        <a:bodyPr/>
        <a:lstStyle/>
        <a:p>
          <a:endParaRPr lang="en-US"/>
        </a:p>
      </dgm:t>
    </dgm:pt>
    <dgm:pt modelId="{8529D6CE-F625-4A5C-AE7B-5AB768619747}" type="pres">
      <dgm:prSet presAssocID="{1170AA50-7CD7-4EF3-A677-D4D3DF4F512C}" presName="matrix" presStyleCnt="0">
        <dgm:presLayoutVars>
          <dgm:chMax val="1"/>
          <dgm:dir/>
          <dgm:resizeHandles val="exact"/>
        </dgm:presLayoutVars>
      </dgm:prSet>
      <dgm:spPr/>
    </dgm:pt>
    <dgm:pt modelId="{BC7E862E-FAE2-4B17-BDCA-6C9637043188}" type="pres">
      <dgm:prSet presAssocID="{1170AA50-7CD7-4EF3-A677-D4D3DF4F512C}" presName="diamond" presStyleLbl="bgShp" presStyleIdx="0" presStyleCnt="1"/>
      <dgm:spPr/>
    </dgm:pt>
    <dgm:pt modelId="{ADF7885C-1BC0-4D14-BC53-76944DD540DF}" type="pres">
      <dgm:prSet presAssocID="{1170AA50-7CD7-4EF3-A677-D4D3DF4F512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2FFDE5F-D3EF-4E90-8912-F3FF66DC0CF9}" type="pres">
      <dgm:prSet presAssocID="{1170AA50-7CD7-4EF3-A677-D4D3DF4F512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31E33D5-8828-4CFD-8E27-5B7C292C7D72}" type="pres">
      <dgm:prSet presAssocID="{1170AA50-7CD7-4EF3-A677-D4D3DF4F512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89E7C81-C5FE-42E9-83AA-FF405DC58AB2}" type="pres">
      <dgm:prSet presAssocID="{1170AA50-7CD7-4EF3-A677-D4D3DF4F512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0AABB14-C9FF-4A74-99D0-B14F4FB0A617}" srcId="{1170AA50-7CD7-4EF3-A677-D4D3DF4F512C}" destId="{9BD700A7-CEB0-464F-AC8E-D716A86B0649}" srcOrd="1" destOrd="0" parTransId="{573047E2-15A5-4B6D-AD3D-17AA1AD5A738}" sibTransId="{E16854C5-1793-4126-B6A8-272E7F9F90D5}"/>
    <dgm:cxn modelId="{5A506E2F-4904-4AD8-959E-E277C4CBADC0}" srcId="{1170AA50-7CD7-4EF3-A677-D4D3DF4F512C}" destId="{E54F8D96-CC70-42B2-A5E4-2E7C8640D7DF}" srcOrd="0" destOrd="0" parTransId="{26FF8EA1-10B8-4235-A2E3-AC548C66D0E4}" sibTransId="{DB52FBBA-8462-4640-A855-0352B4546743}"/>
    <dgm:cxn modelId="{4D41C133-FD64-4AE0-A744-96C029321378}" type="presOf" srcId="{1B35E48F-AB56-4C16-AAE2-F86C3018AA00}" destId="{189E7C81-C5FE-42E9-83AA-FF405DC58AB2}" srcOrd="0" destOrd="0" presId="urn:microsoft.com/office/officeart/2005/8/layout/matrix3"/>
    <dgm:cxn modelId="{CD963479-A7AA-4F4B-B27F-C67FC6D2D7D1}" type="presOf" srcId="{9BD700A7-CEB0-464F-AC8E-D716A86B0649}" destId="{32FFDE5F-D3EF-4E90-8912-F3FF66DC0CF9}" srcOrd="0" destOrd="0" presId="urn:microsoft.com/office/officeart/2005/8/layout/matrix3"/>
    <dgm:cxn modelId="{CFCDCEBE-9AB0-4FA0-8768-29162FA6B3DF}" srcId="{1170AA50-7CD7-4EF3-A677-D4D3DF4F512C}" destId="{1B35E48F-AB56-4C16-AAE2-F86C3018AA00}" srcOrd="3" destOrd="0" parTransId="{EADF10F9-DE53-41D0-B22D-7E0D19FD261D}" sibTransId="{BF71A270-627A-45E7-8469-B15EA23DBA79}"/>
    <dgm:cxn modelId="{4F6C4ACE-D3D5-4B12-B433-B84C249D054B}" type="presOf" srcId="{E54F8D96-CC70-42B2-A5E4-2E7C8640D7DF}" destId="{ADF7885C-1BC0-4D14-BC53-76944DD540DF}" srcOrd="0" destOrd="0" presId="urn:microsoft.com/office/officeart/2005/8/layout/matrix3"/>
    <dgm:cxn modelId="{E65097DA-C516-4FFE-BB99-ED68D364779D}" srcId="{1170AA50-7CD7-4EF3-A677-D4D3DF4F512C}" destId="{1CB3C38B-8265-42A9-85E1-16485020D539}" srcOrd="2" destOrd="0" parTransId="{28B0E534-F891-46E1-BEF4-CDD00A41DE09}" sibTransId="{5C71423E-2CF7-44FA-9BC8-411307B4863D}"/>
    <dgm:cxn modelId="{E8219EDE-FC41-496A-BE3F-59A677F54C3C}" type="presOf" srcId="{1CB3C38B-8265-42A9-85E1-16485020D539}" destId="{831E33D5-8828-4CFD-8E27-5B7C292C7D72}" srcOrd="0" destOrd="0" presId="urn:microsoft.com/office/officeart/2005/8/layout/matrix3"/>
    <dgm:cxn modelId="{E70A4EE5-CF31-45DF-BC33-5C002BAED7B0}" type="presOf" srcId="{1170AA50-7CD7-4EF3-A677-D4D3DF4F512C}" destId="{8529D6CE-F625-4A5C-AE7B-5AB768619747}" srcOrd="0" destOrd="0" presId="urn:microsoft.com/office/officeart/2005/8/layout/matrix3"/>
    <dgm:cxn modelId="{EAFCA391-D2D8-4577-9A3B-CCE7C106FD84}" type="presParOf" srcId="{8529D6CE-F625-4A5C-AE7B-5AB768619747}" destId="{BC7E862E-FAE2-4B17-BDCA-6C9637043188}" srcOrd="0" destOrd="0" presId="urn:microsoft.com/office/officeart/2005/8/layout/matrix3"/>
    <dgm:cxn modelId="{435F5923-2EE7-48C3-A8A8-4BF50EF348F9}" type="presParOf" srcId="{8529D6CE-F625-4A5C-AE7B-5AB768619747}" destId="{ADF7885C-1BC0-4D14-BC53-76944DD540DF}" srcOrd="1" destOrd="0" presId="urn:microsoft.com/office/officeart/2005/8/layout/matrix3"/>
    <dgm:cxn modelId="{A54E2A02-3036-4F3F-9124-C6984DF64149}" type="presParOf" srcId="{8529D6CE-F625-4A5C-AE7B-5AB768619747}" destId="{32FFDE5F-D3EF-4E90-8912-F3FF66DC0CF9}" srcOrd="2" destOrd="0" presId="urn:microsoft.com/office/officeart/2005/8/layout/matrix3"/>
    <dgm:cxn modelId="{08161924-442F-4E23-A49B-B22DE79CF3EB}" type="presParOf" srcId="{8529D6CE-F625-4A5C-AE7B-5AB768619747}" destId="{831E33D5-8828-4CFD-8E27-5B7C292C7D72}" srcOrd="3" destOrd="0" presId="urn:microsoft.com/office/officeart/2005/8/layout/matrix3"/>
    <dgm:cxn modelId="{A7A0CEA7-F9B6-4279-A9B1-2FC61B9A01AF}" type="presParOf" srcId="{8529D6CE-F625-4A5C-AE7B-5AB768619747}" destId="{189E7C81-C5FE-42E9-83AA-FF405DC58AB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1F981F-9F61-4EA7-A76C-E4DA67CB48DD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83832CC-0A48-49F6-8AFB-2B6149BC1BA6}">
      <dgm:prSet phldrT="[Text]" phldr="0"/>
      <dgm:spPr/>
      <dgm:t>
        <a:bodyPr/>
        <a:lstStyle/>
        <a:p>
          <a:r>
            <a:rPr lang="en-US" dirty="0"/>
            <a:t>Source Ingredients</a:t>
          </a:r>
        </a:p>
      </dgm:t>
    </dgm:pt>
    <dgm:pt modelId="{C39184A0-6471-4FE9-900A-E4485AA01B7C}" type="parTrans" cxnId="{DE6336FC-3AF2-4FB8-BC59-3B587171E6FE}">
      <dgm:prSet/>
      <dgm:spPr/>
      <dgm:t>
        <a:bodyPr/>
        <a:lstStyle/>
        <a:p>
          <a:endParaRPr lang="en-US"/>
        </a:p>
      </dgm:t>
    </dgm:pt>
    <dgm:pt modelId="{085A3755-BB28-46EE-BB2B-A9E492542BC3}" type="sibTrans" cxnId="{DE6336FC-3AF2-4FB8-BC59-3B587171E6FE}">
      <dgm:prSet/>
      <dgm:spPr/>
      <dgm:t>
        <a:bodyPr/>
        <a:lstStyle/>
        <a:p>
          <a:endParaRPr lang="en-US"/>
        </a:p>
      </dgm:t>
    </dgm:pt>
    <dgm:pt modelId="{356425F8-0C11-4FF2-932B-CF632476F1F3}">
      <dgm:prSet phldrT="[Text]" phldr="0"/>
      <dgm:spPr/>
      <dgm:t>
        <a:bodyPr/>
        <a:lstStyle/>
        <a:p>
          <a:r>
            <a:rPr lang="en-US" dirty="0"/>
            <a:t>Prepare Ingredients</a:t>
          </a:r>
        </a:p>
      </dgm:t>
    </dgm:pt>
    <dgm:pt modelId="{2D8E47FC-1E4F-427B-9088-9C415910990E}" type="parTrans" cxnId="{E000542A-AC79-4810-B115-B572046B7FB1}">
      <dgm:prSet/>
      <dgm:spPr/>
      <dgm:t>
        <a:bodyPr/>
        <a:lstStyle/>
        <a:p>
          <a:endParaRPr lang="en-US"/>
        </a:p>
      </dgm:t>
    </dgm:pt>
    <dgm:pt modelId="{412E03F9-F90B-4002-89CD-657A87271E1B}" type="sibTrans" cxnId="{E000542A-AC79-4810-B115-B572046B7FB1}">
      <dgm:prSet/>
      <dgm:spPr/>
      <dgm:t>
        <a:bodyPr/>
        <a:lstStyle/>
        <a:p>
          <a:endParaRPr lang="en-US"/>
        </a:p>
      </dgm:t>
    </dgm:pt>
    <dgm:pt modelId="{57BC2079-F77B-4E73-948A-F2B1A33D4C56}">
      <dgm:prSet phldrT="[Text]" phldr="0"/>
      <dgm:spPr/>
      <dgm:t>
        <a:bodyPr/>
        <a:lstStyle/>
        <a:p>
          <a:r>
            <a:rPr lang="en-US" dirty="0"/>
            <a:t>Cook the Dish</a:t>
          </a:r>
        </a:p>
      </dgm:t>
    </dgm:pt>
    <dgm:pt modelId="{88C56881-2279-4B0B-9FB1-61D7F2201FFA}" type="parTrans" cxnId="{447E23DC-F904-436E-AECB-3FCE468CF058}">
      <dgm:prSet/>
      <dgm:spPr/>
      <dgm:t>
        <a:bodyPr/>
        <a:lstStyle/>
        <a:p>
          <a:endParaRPr lang="en-US"/>
        </a:p>
      </dgm:t>
    </dgm:pt>
    <dgm:pt modelId="{FFA8D753-16C4-4F05-8AF6-E4F56868AB29}" type="sibTrans" cxnId="{447E23DC-F904-436E-AECB-3FCE468CF058}">
      <dgm:prSet/>
      <dgm:spPr/>
      <dgm:t>
        <a:bodyPr/>
        <a:lstStyle/>
        <a:p>
          <a:endParaRPr lang="en-US"/>
        </a:p>
      </dgm:t>
    </dgm:pt>
    <dgm:pt modelId="{E5441273-36EB-41D9-B3AE-8CC8CF1BA728}">
      <dgm:prSet phldrT="[Text]" phldr="0"/>
      <dgm:spPr/>
      <dgm:t>
        <a:bodyPr/>
        <a:lstStyle/>
        <a:p>
          <a:r>
            <a:rPr lang="en-US" dirty="0"/>
            <a:t>Serve &amp; Enjoy</a:t>
          </a:r>
        </a:p>
      </dgm:t>
    </dgm:pt>
    <dgm:pt modelId="{E63DADC9-823B-4950-AD25-30F5C1002F21}" type="parTrans" cxnId="{690C1CD8-02F4-4F47-94B5-9539BBAC65C5}">
      <dgm:prSet/>
      <dgm:spPr/>
      <dgm:t>
        <a:bodyPr/>
        <a:lstStyle/>
        <a:p>
          <a:endParaRPr lang="en-US"/>
        </a:p>
      </dgm:t>
    </dgm:pt>
    <dgm:pt modelId="{4BE4429A-6FEE-448B-8D1B-CB5F2EC31C98}" type="sibTrans" cxnId="{690C1CD8-02F4-4F47-94B5-9539BBAC65C5}">
      <dgm:prSet/>
      <dgm:spPr/>
      <dgm:t>
        <a:bodyPr/>
        <a:lstStyle/>
        <a:p>
          <a:endParaRPr lang="en-US"/>
        </a:p>
      </dgm:t>
    </dgm:pt>
    <dgm:pt modelId="{789588DB-8010-4C63-AC87-00061FC726AA}">
      <dgm:prSet phldrT="[Text]" phldr="0"/>
      <dgm:spPr/>
      <dgm:t>
        <a:bodyPr/>
        <a:lstStyle/>
        <a:p>
          <a:r>
            <a:rPr lang="en-US" dirty="0"/>
            <a:t>Steps of Cooking</a:t>
          </a:r>
        </a:p>
      </dgm:t>
    </dgm:pt>
    <dgm:pt modelId="{1FA51C8A-8388-4057-AE71-A08684066E0F}" type="parTrans" cxnId="{2DDCF084-091F-4EC0-82CD-102F98C5CC1A}">
      <dgm:prSet/>
      <dgm:spPr/>
      <dgm:t>
        <a:bodyPr/>
        <a:lstStyle/>
        <a:p>
          <a:endParaRPr lang="en-US"/>
        </a:p>
      </dgm:t>
    </dgm:pt>
    <dgm:pt modelId="{2C5F47A3-7381-4151-9423-07945576C7D0}" type="sibTrans" cxnId="{2DDCF084-091F-4EC0-82CD-102F98C5CC1A}">
      <dgm:prSet/>
      <dgm:spPr/>
      <dgm:t>
        <a:bodyPr/>
        <a:lstStyle/>
        <a:p>
          <a:endParaRPr lang="en-US"/>
        </a:p>
      </dgm:t>
    </dgm:pt>
    <dgm:pt modelId="{FFD2027B-2EB5-4243-A8B3-378BEB189B19}" type="pres">
      <dgm:prSet presAssocID="{011F981F-9F61-4EA7-A76C-E4DA67CB48DD}" presName="diagram" presStyleCnt="0">
        <dgm:presLayoutVars>
          <dgm:dir/>
          <dgm:resizeHandles val="exact"/>
        </dgm:presLayoutVars>
      </dgm:prSet>
      <dgm:spPr/>
    </dgm:pt>
    <dgm:pt modelId="{DBD69D23-50F4-4452-8B75-D4BA3C9AF4E1}" type="pres">
      <dgm:prSet presAssocID="{789588DB-8010-4C63-AC87-00061FC726AA}" presName="node" presStyleLbl="node1" presStyleIdx="0" presStyleCnt="5" custLinFactNeighborX="-54830" custLinFactNeighborY="41642">
        <dgm:presLayoutVars>
          <dgm:bulletEnabled val="1"/>
        </dgm:presLayoutVars>
      </dgm:prSet>
      <dgm:spPr/>
    </dgm:pt>
    <dgm:pt modelId="{DC48190C-3BFA-4549-A204-6870C72AEC6E}" type="pres">
      <dgm:prSet presAssocID="{2C5F47A3-7381-4151-9423-07945576C7D0}" presName="sibTrans" presStyleCnt="0"/>
      <dgm:spPr/>
    </dgm:pt>
    <dgm:pt modelId="{10039805-6B7D-4905-94E6-AB8ED7650EEC}" type="pres">
      <dgm:prSet presAssocID="{083832CC-0A48-49F6-8AFB-2B6149BC1BA6}" presName="node" presStyleLbl="node1" presStyleIdx="1" presStyleCnt="5" custLinFactNeighborX="-5420" custLinFactNeighborY="881">
        <dgm:presLayoutVars>
          <dgm:bulletEnabled val="1"/>
        </dgm:presLayoutVars>
      </dgm:prSet>
      <dgm:spPr/>
    </dgm:pt>
    <dgm:pt modelId="{FD2D324F-7F5D-4617-8170-48FDA5352A2E}" type="pres">
      <dgm:prSet presAssocID="{085A3755-BB28-46EE-BB2B-A9E492542BC3}" presName="sibTrans" presStyleCnt="0"/>
      <dgm:spPr/>
    </dgm:pt>
    <dgm:pt modelId="{F9FD00F9-5906-463B-8A98-2818DA55B8B6}" type="pres">
      <dgm:prSet presAssocID="{356425F8-0C11-4FF2-932B-CF632476F1F3}" presName="node" presStyleLbl="node1" presStyleIdx="2" presStyleCnt="5" custLinFactNeighborX="-9207">
        <dgm:presLayoutVars>
          <dgm:bulletEnabled val="1"/>
        </dgm:presLayoutVars>
      </dgm:prSet>
      <dgm:spPr/>
    </dgm:pt>
    <dgm:pt modelId="{F0C84796-2508-4DC1-9922-73F555AA6D46}" type="pres">
      <dgm:prSet presAssocID="{412E03F9-F90B-4002-89CD-657A87271E1B}" presName="sibTrans" presStyleCnt="0"/>
      <dgm:spPr/>
    </dgm:pt>
    <dgm:pt modelId="{3551FDF6-10AF-46C3-B4AE-24B2D55E1710}" type="pres">
      <dgm:prSet presAssocID="{57BC2079-F77B-4E73-948A-F2B1A33D4C56}" presName="node" presStyleLbl="node1" presStyleIdx="3" presStyleCnt="5" custLinFactNeighborX="48522" custLinFactNeighborY="-795">
        <dgm:presLayoutVars>
          <dgm:bulletEnabled val="1"/>
        </dgm:presLayoutVars>
      </dgm:prSet>
      <dgm:spPr/>
    </dgm:pt>
    <dgm:pt modelId="{EB73BFB1-F9AE-4D8A-BA31-11746E68224A}" type="pres">
      <dgm:prSet presAssocID="{FFA8D753-16C4-4F05-8AF6-E4F56868AB29}" presName="sibTrans" presStyleCnt="0"/>
      <dgm:spPr/>
    </dgm:pt>
    <dgm:pt modelId="{15C2F7FC-5A63-4738-BA03-0206A0334C8E}" type="pres">
      <dgm:prSet presAssocID="{E5441273-36EB-41D9-B3AE-8CC8CF1BA728}" presName="node" presStyleLbl="node1" presStyleIdx="4" presStyleCnt="5" custLinFactNeighborX="45793" custLinFactNeighborY="-3524">
        <dgm:presLayoutVars>
          <dgm:bulletEnabled val="1"/>
        </dgm:presLayoutVars>
      </dgm:prSet>
      <dgm:spPr/>
    </dgm:pt>
  </dgm:ptLst>
  <dgm:cxnLst>
    <dgm:cxn modelId="{D72D3400-A6D6-44C3-8A92-7E57F21B40C6}" type="presOf" srcId="{356425F8-0C11-4FF2-932B-CF632476F1F3}" destId="{F9FD00F9-5906-463B-8A98-2818DA55B8B6}" srcOrd="0" destOrd="0" presId="urn:microsoft.com/office/officeart/2005/8/layout/default"/>
    <dgm:cxn modelId="{2F8D4C04-E8CE-4344-A9C6-2800785167A7}" type="presOf" srcId="{57BC2079-F77B-4E73-948A-F2B1A33D4C56}" destId="{3551FDF6-10AF-46C3-B4AE-24B2D55E1710}" srcOrd="0" destOrd="0" presId="urn:microsoft.com/office/officeart/2005/8/layout/default"/>
    <dgm:cxn modelId="{E000542A-AC79-4810-B115-B572046B7FB1}" srcId="{011F981F-9F61-4EA7-A76C-E4DA67CB48DD}" destId="{356425F8-0C11-4FF2-932B-CF632476F1F3}" srcOrd="2" destOrd="0" parTransId="{2D8E47FC-1E4F-427B-9088-9C415910990E}" sibTransId="{412E03F9-F90B-4002-89CD-657A87271E1B}"/>
    <dgm:cxn modelId="{2DDCF084-091F-4EC0-82CD-102F98C5CC1A}" srcId="{011F981F-9F61-4EA7-A76C-E4DA67CB48DD}" destId="{789588DB-8010-4C63-AC87-00061FC726AA}" srcOrd="0" destOrd="0" parTransId="{1FA51C8A-8388-4057-AE71-A08684066E0F}" sibTransId="{2C5F47A3-7381-4151-9423-07945576C7D0}"/>
    <dgm:cxn modelId="{8E616D8D-0763-4D8E-94C6-D9FB2BAD9ACC}" type="presOf" srcId="{011F981F-9F61-4EA7-A76C-E4DA67CB48DD}" destId="{FFD2027B-2EB5-4243-A8B3-378BEB189B19}" srcOrd="0" destOrd="0" presId="urn:microsoft.com/office/officeart/2005/8/layout/default"/>
    <dgm:cxn modelId="{652311BC-4346-4911-97BE-3A81CB6B0B20}" type="presOf" srcId="{E5441273-36EB-41D9-B3AE-8CC8CF1BA728}" destId="{15C2F7FC-5A63-4738-BA03-0206A0334C8E}" srcOrd="0" destOrd="0" presId="urn:microsoft.com/office/officeart/2005/8/layout/default"/>
    <dgm:cxn modelId="{D510B1C5-342D-4D45-9515-EABCA094D73C}" type="presOf" srcId="{083832CC-0A48-49F6-8AFB-2B6149BC1BA6}" destId="{10039805-6B7D-4905-94E6-AB8ED7650EEC}" srcOrd="0" destOrd="0" presId="urn:microsoft.com/office/officeart/2005/8/layout/default"/>
    <dgm:cxn modelId="{690C1CD8-02F4-4F47-94B5-9539BBAC65C5}" srcId="{011F981F-9F61-4EA7-A76C-E4DA67CB48DD}" destId="{E5441273-36EB-41D9-B3AE-8CC8CF1BA728}" srcOrd="4" destOrd="0" parTransId="{E63DADC9-823B-4950-AD25-30F5C1002F21}" sibTransId="{4BE4429A-6FEE-448B-8D1B-CB5F2EC31C98}"/>
    <dgm:cxn modelId="{447E23DC-F904-436E-AECB-3FCE468CF058}" srcId="{011F981F-9F61-4EA7-A76C-E4DA67CB48DD}" destId="{57BC2079-F77B-4E73-948A-F2B1A33D4C56}" srcOrd="3" destOrd="0" parTransId="{88C56881-2279-4B0B-9FB1-61D7F2201FFA}" sibTransId="{FFA8D753-16C4-4F05-8AF6-E4F56868AB29}"/>
    <dgm:cxn modelId="{BEEEEAF8-D695-478C-8315-CA59CFFF9C2C}" type="presOf" srcId="{789588DB-8010-4C63-AC87-00061FC726AA}" destId="{DBD69D23-50F4-4452-8B75-D4BA3C9AF4E1}" srcOrd="0" destOrd="0" presId="urn:microsoft.com/office/officeart/2005/8/layout/default"/>
    <dgm:cxn modelId="{DE6336FC-3AF2-4FB8-BC59-3B587171E6FE}" srcId="{011F981F-9F61-4EA7-A76C-E4DA67CB48DD}" destId="{083832CC-0A48-49F6-8AFB-2B6149BC1BA6}" srcOrd="1" destOrd="0" parTransId="{C39184A0-6471-4FE9-900A-E4485AA01B7C}" sibTransId="{085A3755-BB28-46EE-BB2B-A9E492542BC3}"/>
    <dgm:cxn modelId="{FD61AD1C-480C-4586-93A3-35D596CF91EF}" type="presParOf" srcId="{FFD2027B-2EB5-4243-A8B3-378BEB189B19}" destId="{DBD69D23-50F4-4452-8B75-D4BA3C9AF4E1}" srcOrd="0" destOrd="0" presId="urn:microsoft.com/office/officeart/2005/8/layout/default"/>
    <dgm:cxn modelId="{D6686E91-774C-4624-849D-626A69BA5D58}" type="presParOf" srcId="{FFD2027B-2EB5-4243-A8B3-378BEB189B19}" destId="{DC48190C-3BFA-4549-A204-6870C72AEC6E}" srcOrd="1" destOrd="0" presId="urn:microsoft.com/office/officeart/2005/8/layout/default"/>
    <dgm:cxn modelId="{2899E1D6-0638-4E7E-B631-A61D5D8E3A72}" type="presParOf" srcId="{FFD2027B-2EB5-4243-A8B3-378BEB189B19}" destId="{10039805-6B7D-4905-94E6-AB8ED7650EEC}" srcOrd="2" destOrd="0" presId="urn:microsoft.com/office/officeart/2005/8/layout/default"/>
    <dgm:cxn modelId="{F5D6D1FF-CB68-4F98-8AD2-EB9F64490D11}" type="presParOf" srcId="{FFD2027B-2EB5-4243-A8B3-378BEB189B19}" destId="{FD2D324F-7F5D-4617-8170-48FDA5352A2E}" srcOrd="3" destOrd="0" presId="urn:microsoft.com/office/officeart/2005/8/layout/default"/>
    <dgm:cxn modelId="{CFB897B9-E2F1-4709-8950-5F6379AA25A7}" type="presParOf" srcId="{FFD2027B-2EB5-4243-A8B3-378BEB189B19}" destId="{F9FD00F9-5906-463B-8A98-2818DA55B8B6}" srcOrd="4" destOrd="0" presId="urn:microsoft.com/office/officeart/2005/8/layout/default"/>
    <dgm:cxn modelId="{2222863F-9C2F-4405-8676-6D279B3C8DD4}" type="presParOf" srcId="{FFD2027B-2EB5-4243-A8B3-378BEB189B19}" destId="{F0C84796-2508-4DC1-9922-73F555AA6D46}" srcOrd="5" destOrd="0" presId="urn:microsoft.com/office/officeart/2005/8/layout/default"/>
    <dgm:cxn modelId="{65A2D7B8-A71E-4CCF-91B7-24584E299ADD}" type="presParOf" srcId="{FFD2027B-2EB5-4243-A8B3-378BEB189B19}" destId="{3551FDF6-10AF-46C3-B4AE-24B2D55E1710}" srcOrd="6" destOrd="0" presId="urn:microsoft.com/office/officeart/2005/8/layout/default"/>
    <dgm:cxn modelId="{F2164FD4-F840-4C29-BF8C-C5F8F9F84A26}" type="presParOf" srcId="{FFD2027B-2EB5-4243-A8B3-378BEB189B19}" destId="{EB73BFB1-F9AE-4D8A-BA31-11746E68224A}" srcOrd="7" destOrd="0" presId="urn:microsoft.com/office/officeart/2005/8/layout/default"/>
    <dgm:cxn modelId="{BC031C23-4196-4167-AAB4-EBE977D38CF3}" type="presParOf" srcId="{FFD2027B-2EB5-4243-A8B3-378BEB189B19}" destId="{15C2F7FC-5A63-4738-BA03-0206A0334C8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F89FB1-8B1B-4BD8-95EF-0613530B5E83}">
      <dsp:nvSpPr>
        <dsp:cNvPr id="0" name=""/>
        <dsp:cNvSpPr/>
      </dsp:nvSpPr>
      <dsp:spPr>
        <a:xfrm>
          <a:off x="3968" y="2009723"/>
          <a:ext cx="1230312" cy="911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Steps Of Video Editing</a:t>
          </a:r>
        </a:p>
      </dsp:txBody>
      <dsp:txXfrm>
        <a:off x="30656" y="2036411"/>
        <a:ext cx="1176936" cy="857824"/>
      </dsp:txXfrm>
    </dsp:sp>
    <dsp:sp modelId="{5B5C5F6B-01AA-408D-A873-B6CA81856F78}">
      <dsp:nvSpPr>
        <dsp:cNvPr id="0" name=""/>
        <dsp:cNvSpPr/>
      </dsp:nvSpPr>
      <dsp:spPr>
        <a:xfrm>
          <a:off x="1357312" y="2312765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357312" y="2373788"/>
        <a:ext cx="182578" cy="183071"/>
      </dsp:txXfrm>
    </dsp:sp>
    <dsp:sp modelId="{97E6CD45-2E9C-4199-B571-87C6C95B3C1D}">
      <dsp:nvSpPr>
        <dsp:cNvPr id="0" name=""/>
        <dsp:cNvSpPr/>
      </dsp:nvSpPr>
      <dsp:spPr>
        <a:xfrm>
          <a:off x="1726406" y="2009723"/>
          <a:ext cx="1230312" cy="911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Import &amp; Arrange Clips</a:t>
          </a:r>
        </a:p>
      </dsp:txBody>
      <dsp:txXfrm>
        <a:off x="1753094" y="2036411"/>
        <a:ext cx="1176936" cy="857824"/>
      </dsp:txXfrm>
    </dsp:sp>
    <dsp:sp modelId="{385FF855-FC51-406E-BC9B-3A95884F6E33}">
      <dsp:nvSpPr>
        <dsp:cNvPr id="0" name=""/>
        <dsp:cNvSpPr/>
      </dsp:nvSpPr>
      <dsp:spPr>
        <a:xfrm>
          <a:off x="3079750" y="2312765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079750" y="2373788"/>
        <a:ext cx="182578" cy="183071"/>
      </dsp:txXfrm>
    </dsp:sp>
    <dsp:sp modelId="{873A1C7B-072F-4F73-BB65-51DF6C5A6C99}">
      <dsp:nvSpPr>
        <dsp:cNvPr id="0" name=""/>
        <dsp:cNvSpPr/>
      </dsp:nvSpPr>
      <dsp:spPr>
        <a:xfrm>
          <a:off x="3448843" y="2009723"/>
          <a:ext cx="1230312" cy="911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Add Transition &amp; Effects</a:t>
          </a:r>
        </a:p>
      </dsp:txBody>
      <dsp:txXfrm>
        <a:off x="3475531" y="2036411"/>
        <a:ext cx="1176936" cy="857824"/>
      </dsp:txXfrm>
    </dsp:sp>
    <dsp:sp modelId="{E15A16F3-B9C3-40D4-AF21-B6BE1D5F228F}">
      <dsp:nvSpPr>
        <dsp:cNvPr id="0" name=""/>
        <dsp:cNvSpPr/>
      </dsp:nvSpPr>
      <dsp:spPr>
        <a:xfrm>
          <a:off x="4802187" y="2312765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4802187" y="2373788"/>
        <a:ext cx="182578" cy="183071"/>
      </dsp:txXfrm>
    </dsp:sp>
    <dsp:sp modelId="{E3D88466-BCFE-4B0B-9808-E1734DCCD8CF}">
      <dsp:nvSpPr>
        <dsp:cNvPr id="0" name=""/>
        <dsp:cNvSpPr/>
      </dsp:nvSpPr>
      <dsp:spPr>
        <a:xfrm>
          <a:off x="5171281" y="2009723"/>
          <a:ext cx="1230312" cy="911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Sound Editing</a:t>
          </a:r>
        </a:p>
      </dsp:txBody>
      <dsp:txXfrm>
        <a:off x="5197969" y="2036411"/>
        <a:ext cx="1176936" cy="857824"/>
      </dsp:txXfrm>
    </dsp:sp>
    <dsp:sp modelId="{6E68CDDF-5EA7-4885-95A2-944E4FD0F7C9}">
      <dsp:nvSpPr>
        <dsp:cNvPr id="0" name=""/>
        <dsp:cNvSpPr/>
      </dsp:nvSpPr>
      <dsp:spPr>
        <a:xfrm rot="149362">
          <a:off x="6525493" y="2350616"/>
          <a:ext cx="263178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525530" y="2409924"/>
        <a:ext cx="184225" cy="183071"/>
      </dsp:txXfrm>
    </dsp:sp>
    <dsp:sp modelId="{94E59411-8B89-4316-B4E1-B73924EDCC9B}">
      <dsp:nvSpPr>
        <dsp:cNvPr id="0" name=""/>
        <dsp:cNvSpPr/>
      </dsp:nvSpPr>
      <dsp:spPr>
        <a:xfrm>
          <a:off x="6897687" y="2084779"/>
          <a:ext cx="1230312" cy="911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Final Export Video</a:t>
          </a:r>
        </a:p>
      </dsp:txBody>
      <dsp:txXfrm>
        <a:off x="6924375" y="2111467"/>
        <a:ext cx="1176936" cy="8578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E862E-FAE2-4B17-BDCA-6C9637043188}">
      <dsp:nvSpPr>
        <dsp:cNvPr id="0" name=""/>
        <dsp:cNvSpPr/>
      </dsp:nvSpPr>
      <dsp:spPr>
        <a:xfrm>
          <a:off x="323041" y="0"/>
          <a:ext cx="4143632" cy="4143632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F7885C-1BC0-4D14-BC53-76944DD540DF}">
      <dsp:nvSpPr>
        <dsp:cNvPr id="0" name=""/>
        <dsp:cNvSpPr/>
      </dsp:nvSpPr>
      <dsp:spPr>
        <a:xfrm>
          <a:off x="716686" y="393645"/>
          <a:ext cx="1616016" cy="161601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Prepare the Soil</a:t>
          </a:r>
        </a:p>
      </dsp:txBody>
      <dsp:txXfrm>
        <a:off x="795573" y="472532"/>
        <a:ext cx="1458242" cy="1458242"/>
      </dsp:txXfrm>
    </dsp:sp>
    <dsp:sp modelId="{32FFDE5F-D3EF-4E90-8912-F3FF66DC0CF9}">
      <dsp:nvSpPr>
        <dsp:cNvPr id="0" name=""/>
        <dsp:cNvSpPr/>
      </dsp:nvSpPr>
      <dsp:spPr>
        <a:xfrm>
          <a:off x="2457011" y="393645"/>
          <a:ext cx="1616016" cy="161601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Plant  Seed or Saplings</a:t>
          </a:r>
        </a:p>
      </dsp:txBody>
      <dsp:txXfrm>
        <a:off x="2535898" y="472532"/>
        <a:ext cx="1458242" cy="1458242"/>
      </dsp:txXfrm>
    </dsp:sp>
    <dsp:sp modelId="{831E33D5-8828-4CFD-8E27-5B7C292C7D72}">
      <dsp:nvSpPr>
        <dsp:cNvPr id="0" name=""/>
        <dsp:cNvSpPr/>
      </dsp:nvSpPr>
      <dsp:spPr>
        <a:xfrm>
          <a:off x="716686" y="2133970"/>
          <a:ext cx="1616016" cy="161601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Water &amp; Nurture</a:t>
          </a:r>
        </a:p>
      </dsp:txBody>
      <dsp:txXfrm>
        <a:off x="795573" y="2212857"/>
        <a:ext cx="1458242" cy="1458242"/>
      </dsp:txXfrm>
    </dsp:sp>
    <dsp:sp modelId="{189E7C81-C5FE-42E9-83AA-FF405DC58AB2}">
      <dsp:nvSpPr>
        <dsp:cNvPr id="0" name=""/>
        <dsp:cNvSpPr/>
      </dsp:nvSpPr>
      <dsp:spPr>
        <a:xfrm>
          <a:off x="2457011" y="2133970"/>
          <a:ext cx="1616016" cy="161601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Monitor Growth</a:t>
          </a:r>
        </a:p>
      </dsp:txBody>
      <dsp:txXfrm>
        <a:off x="2535898" y="2212857"/>
        <a:ext cx="1458242" cy="14582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69D23-50F4-4452-8B75-D4BA3C9AF4E1}">
      <dsp:nvSpPr>
        <dsp:cNvPr id="0" name=""/>
        <dsp:cNvSpPr/>
      </dsp:nvSpPr>
      <dsp:spPr>
        <a:xfrm>
          <a:off x="0" y="1064075"/>
          <a:ext cx="2059214" cy="12355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Steps of Cooking</a:t>
          </a:r>
        </a:p>
      </dsp:txBody>
      <dsp:txXfrm>
        <a:off x="0" y="1064075"/>
        <a:ext cx="2059214" cy="1235528"/>
      </dsp:txXfrm>
    </dsp:sp>
    <dsp:sp modelId="{10039805-6B7D-4905-94E6-AB8ED7650EEC}">
      <dsp:nvSpPr>
        <dsp:cNvPr id="0" name=""/>
        <dsp:cNvSpPr/>
      </dsp:nvSpPr>
      <dsp:spPr>
        <a:xfrm>
          <a:off x="2153526" y="560462"/>
          <a:ext cx="2059214" cy="123552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Source Ingredients</a:t>
          </a:r>
        </a:p>
      </dsp:txBody>
      <dsp:txXfrm>
        <a:off x="2153526" y="560462"/>
        <a:ext cx="2059214" cy="1235528"/>
      </dsp:txXfrm>
    </dsp:sp>
    <dsp:sp modelId="{F9FD00F9-5906-463B-8A98-2818DA55B8B6}">
      <dsp:nvSpPr>
        <dsp:cNvPr id="0" name=""/>
        <dsp:cNvSpPr/>
      </dsp:nvSpPr>
      <dsp:spPr>
        <a:xfrm>
          <a:off x="4340679" y="549577"/>
          <a:ext cx="2059214" cy="123552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Prepare Ingredients</a:t>
          </a:r>
        </a:p>
      </dsp:txBody>
      <dsp:txXfrm>
        <a:off x="4340679" y="549577"/>
        <a:ext cx="2059214" cy="1235528"/>
      </dsp:txXfrm>
    </dsp:sp>
    <dsp:sp modelId="{3551FDF6-10AF-46C3-B4AE-24B2D55E1710}">
      <dsp:nvSpPr>
        <dsp:cNvPr id="0" name=""/>
        <dsp:cNvSpPr/>
      </dsp:nvSpPr>
      <dsp:spPr>
        <a:xfrm>
          <a:off x="2131739" y="1981204"/>
          <a:ext cx="2059214" cy="123552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Cook the Dish</a:t>
          </a:r>
        </a:p>
      </dsp:txBody>
      <dsp:txXfrm>
        <a:off x="2131739" y="1981204"/>
        <a:ext cx="2059214" cy="1235528"/>
      </dsp:txXfrm>
    </dsp:sp>
    <dsp:sp modelId="{15C2F7FC-5A63-4738-BA03-0206A0334C8E}">
      <dsp:nvSpPr>
        <dsp:cNvPr id="0" name=""/>
        <dsp:cNvSpPr/>
      </dsp:nvSpPr>
      <dsp:spPr>
        <a:xfrm>
          <a:off x="4340679" y="1947487"/>
          <a:ext cx="2059214" cy="123552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Serve &amp; Enjoy</a:t>
          </a:r>
        </a:p>
      </dsp:txBody>
      <dsp:txXfrm>
        <a:off x="4340679" y="1947487"/>
        <a:ext cx="2059214" cy="12355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FD00B-72AB-499E-B626-6937E4A38D8F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D616E-ADA3-4793-A3BC-90D516816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243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everyone! Today I'm going to share a glimpse into my personal world by walking you through some of my </a:t>
            </a:r>
            <a:r>
              <a:rPr lang="en-US" dirty="0" err="1"/>
              <a:t>favourite</a:t>
            </a:r>
            <a:r>
              <a:rPr lang="en-US" dirty="0"/>
              <a:t> hobbies that keep me inspired and energized.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D616E-ADA3-4793-A3BC-90D516816BD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88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Next, let's dive into my creative passion: video editing. I'll explain how arranging clips and using transitions helps tell a clearer story, and briefly mention the software tools I prefer to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D616E-ADA3-4793-A3BC-90D516816BD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38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Gardening" slide, you could create notes saying: "Finally, I'll talk about my love for gardening. I'll mention the essential tools I use, like pruners and spades, and how nurturing my plants helps me feel connected to 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D616E-ADA3-4793-A3BC-90D516816BD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58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let's explore my journey in the kitchen. I'll share how experimenting with different ingredients lets me be creative and whip up delicious meals for the people I care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D616E-ADA3-4793-A3BC-90D516816BD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22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2ABAD28B-DD56-4B56-883A-96608C765E28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89849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72239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4252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0723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01286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61412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106823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35715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6573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666861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70242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2698581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3977543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4140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37058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9819922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5473822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07801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33250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27613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66901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77951"/>
      </p:ext>
    </p:extLst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420325"/>
      </p:ext>
    </p:extLst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12932"/>
      </p:ext>
    </p:extLst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95063"/>
      </p:ext>
    </p:extLst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97197"/>
      </p:ext>
    </p:extLst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797175"/>
      </p:ext>
    </p:extLst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97560"/>
      </p:ext>
    </p:extLst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94841435"/>
      </p:ext>
    </p:extLst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3659153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BBF73B38-CF3F-4F4D-B5BA-5D010FB0140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E358C03-B75B-4E0F-880B-BE7A7FDCB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  <p:sldLayoutId id="2147483922" r:id="rId12"/>
    <p:sldLayoutId id="2147483923" r:id="rId13"/>
    <p:sldLayoutId id="2147483924" r:id="rId14"/>
    <p:sldLayoutId id="2147483925" r:id="rId15"/>
    <p:sldLayoutId id="2147483926" r:id="rId16"/>
    <p:sldLayoutId id="2147483927" r:id="rId17"/>
    <p:sldLayoutId id="2147483928" r:id="rId18"/>
    <p:sldLayoutId id="2147483929" r:id="rId19"/>
    <p:sldLayoutId id="2147483930" r:id="rId20"/>
    <p:sldLayoutId id="2147483931" r:id="rId21"/>
    <p:sldLayoutId id="2147483932" r:id="rId22"/>
    <p:sldLayoutId id="2147483933" r:id="rId23"/>
    <p:sldLayoutId id="2147483934" r:id="rId24"/>
    <p:sldLayoutId id="2147483935" r:id="rId25"/>
    <p:sldLayoutId id="2147483936" r:id="rId26"/>
    <p:sldLayoutId id="2147483937" r:id="rId27"/>
    <p:sldLayoutId id="2147483938" r:id="rId28"/>
    <p:sldLayoutId id="2147483939" r:id="rId29"/>
    <p:sldLayoutId id="2147483940" r:id="rId30"/>
  </p:sldLayoutIdLst>
  <p:transition spd="slow">
    <p:push dir="u"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slideLayout" Target="../slideLayouts/slideLayout29.xml"/><Relationship Id="rId7" Type="http://schemas.openxmlformats.org/officeDocument/2006/relationships/diagramLayout" Target="../diagrams/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diagramData" Target="../diagrams/data1.xml"/><Relationship Id="rId11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microsoft.com/office/2007/relationships/diagramDrawing" Target="../diagrams/drawing1.xml"/><Relationship Id="rId4" Type="http://schemas.openxmlformats.org/officeDocument/2006/relationships/notesSlide" Target="../notesSlides/notesSlide2.xml"/><Relationship Id="rId9" Type="http://schemas.openxmlformats.org/officeDocument/2006/relationships/diagramColors" Target="../diagrams/colors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2.jp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3.jp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98A55-6FF3-6094-45F7-0AF98B494D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Front Page Added as per Task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5F23F-E9BD-C12C-14A3-4172EDC587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Added</a:t>
            </a:r>
          </a:p>
        </p:txBody>
      </p:sp>
      <p:pic>
        <p:nvPicPr>
          <p:cNvPr id="6" name="Picture Placeholder 5" descr="Close up of pages of an open book in a bright studio">
            <a:extLst>
              <a:ext uri="{FF2B5EF4-FFF2-40B4-BE49-F238E27FC236}">
                <a16:creationId xmlns:a16="http://schemas.microsoft.com/office/drawing/2014/main" id="{54DFEAD6-1149-AF85-B7C7-92F70D086B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45" b="1874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6399423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0232A-02FF-4B15-5307-3796FE9E3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5" y="1458686"/>
            <a:ext cx="3037114" cy="3375064"/>
          </a:xfrm>
        </p:spPr>
        <p:txBody>
          <a:bodyPr anchor="t">
            <a:normAutofit/>
          </a:bodyPr>
          <a:lstStyle/>
          <a:p>
            <a:r>
              <a:rPr lang="en-GB" sz="3300" dirty="0"/>
              <a:t>My Favourite Hobbies</a:t>
            </a:r>
            <a:endParaRPr lang="en-US" sz="3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45D472-A2C5-FE51-190D-64BD48A8A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500"/>
          <a:stretch>
            <a:fillRect/>
          </a:stretch>
        </p:blipFill>
        <p:spPr>
          <a:xfrm>
            <a:off x="3288623" y="544286"/>
            <a:ext cx="8694570" cy="57530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2117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8965-020F-06FE-B0B1-6A6FD91D6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Video Editing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170B9-E3EF-29A0-C071-CC150DC1456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66204" y="1908391"/>
            <a:ext cx="4738450" cy="373437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Video editing is the process of arranging video clips to create a better, more understandable video for the viewer.</a:t>
            </a:r>
          </a:p>
          <a:p>
            <a:pPr>
              <a:spcAft>
                <a:spcPts val="600"/>
              </a:spcAft>
            </a:pPr>
            <a:r>
              <a:rPr lang="en-US" dirty="0"/>
              <a:t> It involves using cuts, transitions, and special effects, along with adjusting color saturation.</a:t>
            </a:r>
          </a:p>
          <a:p>
            <a:pPr>
              <a:spcAft>
                <a:spcPts val="600"/>
              </a:spcAft>
            </a:pPr>
            <a:r>
              <a:rPr lang="en-US" dirty="0"/>
              <a:t> For professional video editing, software like Premiere Pro is typically used,</a:t>
            </a:r>
          </a:p>
          <a:p>
            <a:pPr>
              <a:spcAft>
                <a:spcPts val="600"/>
              </a:spcAft>
            </a:pPr>
            <a:r>
              <a:rPr lang="en-US" dirty="0"/>
              <a:t>Whereas </a:t>
            </a:r>
            <a:r>
              <a:rPr lang="en-US" dirty="0" err="1"/>
              <a:t>CapCut</a:t>
            </a:r>
            <a:r>
              <a:rPr lang="en-US" dirty="0"/>
              <a:t> is a popular option for general video editing tasks.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807A07-7E34-9223-F2A8-DDA019242B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8" b="2718"/>
          <a:stretch/>
        </p:blipFill>
        <p:spPr>
          <a:xfrm>
            <a:off x="6182792" y="1115736"/>
            <a:ext cx="6009207" cy="4323466"/>
          </a:xfrm>
          <a:prstGeom prst="rect">
            <a:avLst/>
          </a:prstGeom>
          <a:noFill/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74858A8-6372-AEF7-96AF-ABEAC21310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7620239"/>
              </p:ext>
            </p:extLst>
          </p:nvPr>
        </p:nvGraphicFramePr>
        <p:xfrm>
          <a:off x="3813628" y="3633991"/>
          <a:ext cx="8128000" cy="4930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8" name="1536315-hd_1920_1080_30fps">
            <a:hlinkClick r:id="" action="ppaction://media"/>
            <a:extLst>
              <a:ext uri="{FF2B5EF4-FFF2-40B4-BE49-F238E27FC236}">
                <a16:creationId xmlns:a16="http://schemas.microsoft.com/office/drawing/2014/main" id="{B3082A6C-C019-39BD-985A-BCA4DDED857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63786" y="4767943"/>
            <a:ext cx="3171704" cy="192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1800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4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1548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3" grpId="0" build="p"/>
      <p:bldGraphic spid="6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92E90-238D-F1A3-7116-1CB32E75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09" y="553106"/>
            <a:ext cx="5913120" cy="2268359"/>
          </a:xfrm>
        </p:spPr>
        <p:txBody>
          <a:bodyPr anchor="t">
            <a:normAutofit/>
          </a:bodyPr>
          <a:lstStyle/>
          <a:p>
            <a:r>
              <a:rPr lang="en-US" dirty="0"/>
              <a:t>Gardening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27BCB-BFE9-888B-5B36-8D1488CE01E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3509" y="2033782"/>
            <a:ext cx="6336785" cy="400550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Utilizing essential gardening tools like pruners, spades, and a watering system allows me to nurture my vibrant sanctuary and feel a deep connection to nature.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651A83-2A38-A1E7-6532-9CDC4E8214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" b="151"/>
          <a:stretch/>
        </p:blipFill>
        <p:spPr>
          <a:xfrm>
            <a:off x="7315200" y="997964"/>
            <a:ext cx="4876800" cy="4862071"/>
          </a:xfrm>
          <a:prstGeom prst="rect">
            <a:avLst/>
          </a:prstGeom>
          <a:noFill/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0E03C37-3614-4AF3-061E-5F2A7014A3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9795816"/>
              </p:ext>
            </p:extLst>
          </p:nvPr>
        </p:nvGraphicFramePr>
        <p:xfrm>
          <a:off x="1087043" y="2821465"/>
          <a:ext cx="4789715" cy="4143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771870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03AEC-A99F-CF84-871F-FA69E440A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4915"/>
            <a:ext cx="4455041" cy="1930050"/>
          </a:xfrm>
        </p:spPr>
        <p:txBody>
          <a:bodyPr anchor="t">
            <a:normAutofit/>
          </a:bodyPr>
          <a:lstStyle/>
          <a:p>
            <a:r>
              <a:rPr lang="en-US" dirty="0"/>
              <a:t>Cooking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38308-3832-ABD6-C2F9-1C1642550E2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79714" y="1785257"/>
            <a:ext cx="3932529" cy="45012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"Experimenting with diverse ingredients and flavors allows me to express my creativity and turn simple recipes into delicious meals to share with my family and friends."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B422C-4F04-DEE3-336B-C969E52EE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1" r="17327" b="1"/>
          <a:stretch>
            <a:fillRect/>
          </a:stretch>
        </p:blipFill>
        <p:spPr>
          <a:xfrm>
            <a:off x="6574971" y="348348"/>
            <a:ext cx="5617029" cy="6161304"/>
          </a:xfrm>
          <a:prstGeom prst="rect">
            <a:avLst/>
          </a:prstGeom>
          <a:noFill/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1043E5A-BE5E-DAB7-CD54-9BCF4632DC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8012623"/>
              </p:ext>
            </p:extLst>
          </p:nvPr>
        </p:nvGraphicFramePr>
        <p:xfrm>
          <a:off x="246743" y="2971800"/>
          <a:ext cx="6589486" cy="3776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608357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4" grpId="0">
        <p:bldAsOne/>
      </p:bldGraphic>
    </p:bldLst>
  </p:timing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361</TotalTime>
  <Words>328</Words>
  <Application>Microsoft Office PowerPoint</Application>
  <PresentationFormat>Widescreen</PresentationFormat>
  <Paragraphs>34</Paragraphs>
  <Slides>5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Neue Haas Grotesk Text Pro</vt:lpstr>
      <vt:lpstr>Dune</vt:lpstr>
      <vt:lpstr>Front Page Added as per Task 5</vt:lpstr>
      <vt:lpstr>My Favourite Hobbies</vt:lpstr>
      <vt:lpstr>Video Editing</vt:lpstr>
      <vt:lpstr>Gardening</vt:lpstr>
      <vt:lpstr>Cooking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Saima Kalsoom</dc:creator>
  <cp:lastModifiedBy>Saima Kalsoom</cp:lastModifiedBy>
  <cp:revision>1</cp:revision>
  <dcterms:created xsi:type="dcterms:W3CDTF">2026-08-30T07:27:32Z</dcterms:created>
  <dcterms:modified xsi:type="dcterms:W3CDTF">2026-09-30T17:51:40Z</dcterms:modified>
</cp:coreProperties>
</file>